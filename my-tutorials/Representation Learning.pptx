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1" d="100"/>
          <a:sy n="151" d="100"/>
        </p:scale>
        <p:origin x="6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27104-626B-496E-8144-16F7C24B3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896740-B49B-40BF-B049-6167CE1A5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C58834-4B40-4DA3-B6C3-B253FBD82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D0E9C-48A1-4B29-8A4A-E7187B64900D}" type="datetimeFigureOut">
              <a:rPr lang="en-US" smtClean="0"/>
              <a:t>7/7/2024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E6BAD-7800-442B-B35E-A45A9DE62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02B86-5EBA-4136-AFA0-1782F585F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06FB-0377-499B-90E1-1C11DA1B3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554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C30BC-997D-48AB-9E6C-76E502924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0B640-0C52-491D-8B9C-EFF8EEDB6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19A153-55DE-4789-AB48-0825529F2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D0E9C-48A1-4B29-8A4A-E7187B64900D}" type="datetimeFigureOut">
              <a:rPr lang="en-US" smtClean="0"/>
              <a:t>7/7/2024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A83F7-3835-482C-A639-0E9ACD449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94150-BC5F-46DB-8084-494917582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06FB-0377-499B-90E1-1C11DA1B3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63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F0923-BE0E-4E77-8404-0B64E763C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FE9A63-31F5-481F-B32A-47DE25999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237BFD-6485-4E16-A473-F89AD1E97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D0E9C-48A1-4B29-8A4A-E7187B64900D}" type="datetimeFigureOut">
              <a:rPr lang="en-US" smtClean="0"/>
              <a:t>7/7/2024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6D353F-4F03-4B3D-9E20-C4D865BF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50623-B6FF-4413-A51A-359892BE7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06FB-0377-499B-90E1-1C11DA1B3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42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729F8-81BC-4331-9765-3B8174346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07D90C-91C4-40ED-9F83-C21EB31E1C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89667C-EBCF-4A04-9F4F-243A56FC08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FB891E-AE63-4D3C-9CB0-37BA07B0A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D0E9C-48A1-4B29-8A4A-E7187B64900D}" type="datetimeFigureOut">
              <a:rPr lang="en-US" smtClean="0"/>
              <a:t>7/7/2024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F874FF-694D-4283-BA22-C767A7B4E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BEB0AA-3911-4DB6-8795-93B17943C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06FB-0377-499B-90E1-1C11DA1B3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267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7BA42-7450-4147-AC97-9F504E421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31997B-B715-4F9C-9EEB-0C17C4C7F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1F8FF5-02A6-4E6A-8AB5-CD089D23B2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420844-EB53-4048-86A5-047D737AAF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3BF031-CA16-45DB-9C67-204E26D208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DAB22B-D430-4AD2-8BBB-54540AEBC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D0E9C-48A1-4B29-8A4A-E7187B64900D}" type="datetimeFigureOut">
              <a:rPr lang="en-US" smtClean="0"/>
              <a:t>7/7/2024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8801DE-339F-4991-98F1-52C35A0A0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42CFFE-454D-477C-B762-DB48E8061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06FB-0377-499B-90E1-1C11DA1B3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477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CDEB-2505-43E6-882F-5057C39ED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348DA1-3F34-4C56-9B05-772CB6B0F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D0E9C-48A1-4B29-8A4A-E7187B64900D}" type="datetimeFigureOut">
              <a:rPr lang="en-US" smtClean="0"/>
              <a:t>7/7/2024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5B5768-D169-414D-B306-F250C75F4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A865EA-4833-4549-B44A-2958C4B84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06FB-0377-499B-90E1-1C11DA1B3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113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4F1F6B-2293-427F-8BD3-DD55B501D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D0E9C-48A1-4B29-8A4A-E7187B64900D}" type="datetimeFigureOut">
              <a:rPr lang="en-US" smtClean="0"/>
              <a:t>7/7/2024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D140C9-6951-426D-9130-FF47A94B8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A9313F-6E40-475D-A3C3-EDEF2D95F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06FB-0377-499B-90E1-1C11DA1B3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215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9915A-8210-409C-BFC2-5B2FF6D7C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FBEC4-3A0E-4517-98E9-2A9E893BA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5769FE-3805-4239-9B2B-733F2E9C8A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57906C-2834-4513-8502-1295C95D1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D0E9C-48A1-4B29-8A4A-E7187B64900D}" type="datetimeFigureOut">
              <a:rPr lang="en-US" smtClean="0"/>
              <a:t>7/7/2024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9B7DA3-780F-4CCD-A51E-8AA7F4DA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5DD1CE-E713-4104-B030-0B27A1D2F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06FB-0377-499B-90E1-1C11DA1B3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432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CB601-B418-4561-B379-2415C8A9D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4775C0-A3EA-47BC-8FA4-E97A429571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C941BD-9D9F-40C6-B911-5457935B3A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1C67A5-211F-4DF4-8FC9-45AEE9AA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D0E9C-48A1-4B29-8A4A-E7187B64900D}" type="datetimeFigureOut">
              <a:rPr lang="en-US" smtClean="0"/>
              <a:t>7/7/2024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B99261-6B75-4840-8D01-78B6B54EE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762A1A-67BC-4089-B5CA-2F20118B1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06FB-0377-499B-90E1-1C11DA1B3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200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0D2A0-AFFD-44D5-ADA2-46460DDB2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8FC5B0-AB8C-4AFC-AF09-FB17D3D149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24E7F1-0111-4520-874C-037918EF3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D0E9C-48A1-4B29-8A4A-E7187B64900D}" type="datetimeFigureOut">
              <a:rPr lang="en-US" smtClean="0"/>
              <a:t>7/7/2024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93009-DBF0-4101-AE78-84AFCF7B5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7AD2A-7AB6-4CA3-8BA5-78305E16F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06FB-0377-499B-90E1-1C11DA1B3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211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176EB9-CAA4-4E8A-A1A0-ACAA2B4196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800241-DC20-4AC6-BD13-AFE495BFD7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590F3-87DD-4588-8697-D6C499142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D0E9C-48A1-4B29-8A4A-E7187B64900D}" type="datetimeFigureOut">
              <a:rPr lang="en-US" smtClean="0"/>
              <a:t>7/7/2024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D2334-2AE2-4E70-8767-B0E50E81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967096-CD15-4E1C-ACC1-D9E6DB855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06FB-0377-499B-90E1-1C11DA1B3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72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713FD8-C966-4310-B892-B06D1047B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5449CB-B2EA-44C4-B79A-290635E416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C717D-9EFE-4484-96A9-1B2856924E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8D0E9C-48A1-4B29-8A4A-E7187B64900D}" type="datetimeFigureOut">
              <a:rPr lang="en-US" smtClean="0"/>
              <a:t>7/7/2024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22E9C-BB8E-4AAA-8F5E-978DEBECE8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AE1F0-7D7F-4638-88E4-FE0E4CB83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0706FB-0377-499B-90E1-1C11DA1B3A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914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94470-CDB7-45CB-99C4-E112FCCCE5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Representation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35769-3E54-49F9-8445-DD01DBFD09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389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EA8A78C-8E5A-47B5-887B-8128B1D5B2A2}"/>
              </a:ext>
            </a:extLst>
          </p:cNvPr>
          <p:cNvSpPr/>
          <p:nvPr/>
        </p:nvSpPr>
        <p:spPr>
          <a:xfrm>
            <a:off x="998677" y="1276789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EF3B195-AB9C-44AA-A309-49D1AF727149}"/>
              </a:ext>
            </a:extLst>
          </p:cNvPr>
          <p:cNvSpPr/>
          <p:nvPr/>
        </p:nvSpPr>
        <p:spPr>
          <a:xfrm>
            <a:off x="1219200" y="1163015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E556B37-7621-4FAA-8820-8879394153FC}"/>
              </a:ext>
            </a:extLst>
          </p:cNvPr>
          <p:cNvSpPr/>
          <p:nvPr/>
        </p:nvSpPr>
        <p:spPr>
          <a:xfrm>
            <a:off x="1082954" y="1477999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315EB7-8DD3-42E0-B138-A6CF1B5A5DE4}"/>
              </a:ext>
            </a:extLst>
          </p:cNvPr>
          <p:cNvSpPr/>
          <p:nvPr/>
        </p:nvSpPr>
        <p:spPr>
          <a:xfrm>
            <a:off x="1179168" y="1333675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F0F260-7B32-48C5-820C-FF4E248CBE89}"/>
              </a:ext>
            </a:extLst>
          </p:cNvPr>
          <p:cNvSpPr/>
          <p:nvPr/>
        </p:nvSpPr>
        <p:spPr>
          <a:xfrm>
            <a:off x="1498717" y="1721348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28C9FAC-91AD-44EE-9DC3-FE17A820B64F}"/>
              </a:ext>
            </a:extLst>
          </p:cNvPr>
          <p:cNvSpPr/>
          <p:nvPr/>
        </p:nvSpPr>
        <p:spPr>
          <a:xfrm>
            <a:off x="1618110" y="1728722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5D4FCE4-2BA1-49DA-9E16-7D9F52537DF1}"/>
              </a:ext>
            </a:extLst>
          </p:cNvPr>
          <p:cNvSpPr/>
          <p:nvPr/>
        </p:nvSpPr>
        <p:spPr>
          <a:xfrm>
            <a:off x="1456579" y="1276789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CE1F4FC-1BA0-46E0-97B9-319832626EF1}"/>
              </a:ext>
            </a:extLst>
          </p:cNvPr>
          <p:cNvSpPr/>
          <p:nvPr/>
        </p:nvSpPr>
        <p:spPr>
          <a:xfrm>
            <a:off x="1630049" y="1573865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A11CE64-CD84-4DA0-B89F-FFE0C9F40387}"/>
              </a:ext>
            </a:extLst>
          </p:cNvPr>
          <p:cNvSpPr/>
          <p:nvPr/>
        </p:nvSpPr>
        <p:spPr>
          <a:xfrm>
            <a:off x="1757869" y="1637071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B2D60BA-E845-4ACA-AA79-0CDBF8B17FAC}"/>
              </a:ext>
            </a:extLst>
          </p:cNvPr>
          <p:cNvSpPr/>
          <p:nvPr/>
        </p:nvSpPr>
        <p:spPr>
          <a:xfrm>
            <a:off x="1775427" y="1812999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7ED0CF5-1D86-493E-82C1-76FBB4DC3526}"/>
              </a:ext>
            </a:extLst>
          </p:cNvPr>
          <p:cNvSpPr/>
          <p:nvPr/>
        </p:nvSpPr>
        <p:spPr>
          <a:xfrm>
            <a:off x="1630049" y="1054508"/>
            <a:ext cx="84277" cy="8427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9A54B2C-CFAB-4A65-8995-0BF0CF7EF3F9}"/>
              </a:ext>
            </a:extLst>
          </p:cNvPr>
          <p:cNvSpPr/>
          <p:nvPr/>
        </p:nvSpPr>
        <p:spPr>
          <a:xfrm>
            <a:off x="1782449" y="1206908"/>
            <a:ext cx="84277" cy="8427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6629FF7-810B-486A-B168-94B041DBFBD3}"/>
              </a:ext>
            </a:extLst>
          </p:cNvPr>
          <p:cNvSpPr/>
          <p:nvPr/>
        </p:nvSpPr>
        <p:spPr>
          <a:xfrm>
            <a:off x="1842146" y="1073118"/>
            <a:ext cx="84277" cy="8427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79F2AA3-7550-4C50-9FF3-F7C15B744B07}"/>
              </a:ext>
            </a:extLst>
          </p:cNvPr>
          <p:cNvCxnSpPr/>
          <p:nvPr/>
        </p:nvCxnSpPr>
        <p:spPr>
          <a:xfrm>
            <a:off x="2393453" y="1361066"/>
            <a:ext cx="11630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9D0FBAA-D5CD-4B55-A40B-ACD4CBC136D0}"/>
              </a:ext>
            </a:extLst>
          </p:cNvPr>
          <p:cNvSpPr txBox="1"/>
          <p:nvPr/>
        </p:nvSpPr>
        <p:spPr>
          <a:xfrm>
            <a:off x="2205235" y="1095239"/>
            <a:ext cx="15394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Positive Pair Training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97913F6-24E9-4E67-AA41-9DF90CE3B858}"/>
              </a:ext>
            </a:extLst>
          </p:cNvPr>
          <p:cNvSpPr/>
          <p:nvPr/>
        </p:nvSpPr>
        <p:spPr>
          <a:xfrm>
            <a:off x="4045791" y="1226044"/>
            <a:ext cx="261609" cy="26160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68E3C6-ABD3-4A3B-AB04-402DABB816E8}"/>
              </a:ext>
            </a:extLst>
          </p:cNvPr>
          <p:cNvSpPr txBox="1"/>
          <p:nvPr/>
        </p:nvSpPr>
        <p:spPr>
          <a:xfrm>
            <a:off x="728992" y="2049151"/>
            <a:ext cx="15394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i="1"/>
              <a:t>Input space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8EDE3A-8257-45E7-93F7-3F4F926FA377}"/>
              </a:ext>
            </a:extLst>
          </p:cNvPr>
          <p:cNvSpPr txBox="1"/>
          <p:nvPr/>
        </p:nvSpPr>
        <p:spPr>
          <a:xfrm>
            <a:off x="3443398" y="2049151"/>
            <a:ext cx="15394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i="1"/>
              <a:t>embedding space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48843D-B465-4998-A76B-6A26DCEB8E98}"/>
              </a:ext>
            </a:extLst>
          </p:cNvPr>
          <p:cNvSpPr txBox="1"/>
          <p:nvPr/>
        </p:nvSpPr>
        <p:spPr>
          <a:xfrm>
            <a:off x="2158883" y="2423482"/>
            <a:ext cx="1539449" cy="2616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Complete Collapse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125A83-41FE-4FFA-A8EB-014E9AACCCB3}"/>
              </a:ext>
            </a:extLst>
          </p:cNvPr>
          <p:cNvSpPr/>
          <p:nvPr/>
        </p:nvSpPr>
        <p:spPr>
          <a:xfrm>
            <a:off x="1007976" y="3876005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4069081-9E59-494A-9458-08D73D26D760}"/>
              </a:ext>
            </a:extLst>
          </p:cNvPr>
          <p:cNvSpPr/>
          <p:nvPr/>
        </p:nvSpPr>
        <p:spPr>
          <a:xfrm>
            <a:off x="1228499" y="3762231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9A00FAF-F8AF-49BD-BA11-8D32E58D352B}"/>
              </a:ext>
            </a:extLst>
          </p:cNvPr>
          <p:cNvSpPr/>
          <p:nvPr/>
        </p:nvSpPr>
        <p:spPr>
          <a:xfrm>
            <a:off x="1092253" y="4077215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FD24469-2EE7-42C5-B63F-AEA6A27CC580}"/>
              </a:ext>
            </a:extLst>
          </p:cNvPr>
          <p:cNvSpPr/>
          <p:nvPr/>
        </p:nvSpPr>
        <p:spPr>
          <a:xfrm>
            <a:off x="1188467" y="3932891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4E05BC8-17EA-4E06-866F-9D5AF38854D1}"/>
              </a:ext>
            </a:extLst>
          </p:cNvPr>
          <p:cNvSpPr/>
          <p:nvPr/>
        </p:nvSpPr>
        <p:spPr>
          <a:xfrm>
            <a:off x="1508016" y="4320564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5B910AF-AE6E-471D-AB18-AD37E528B3F0}"/>
              </a:ext>
            </a:extLst>
          </p:cNvPr>
          <p:cNvSpPr/>
          <p:nvPr/>
        </p:nvSpPr>
        <p:spPr>
          <a:xfrm>
            <a:off x="1627409" y="4327938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6AC4D60-00C6-419A-9C73-AC9570A6FA93}"/>
              </a:ext>
            </a:extLst>
          </p:cNvPr>
          <p:cNvSpPr/>
          <p:nvPr/>
        </p:nvSpPr>
        <p:spPr>
          <a:xfrm>
            <a:off x="1465878" y="3876005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6E616D2-116C-4E01-8CED-91B19B3B79BB}"/>
              </a:ext>
            </a:extLst>
          </p:cNvPr>
          <p:cNvSpPr/>
          <p:nvPr/>
        </p:nvSpPr>
        <p:spPr>
          <a:xfrm>
            <a:off x="1639348" y="4173081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71AE7DA-A2B8-4268-A0C9-97A7F52B33DB}"/>
              </a:ext>
            </a:extLst>
          </p:cNvPr>
          <p:cNvSpPr/>
          <p:nvPr/>
        </p:nvSpPr>
        <p:spPr>
          <a:xfrm>
            <a:off x="1767168" y="4236287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25EE6CF-8612-4D88-A58D-7D3F7B8AFFCB}"/>
              </a:ext>
            </a:extLst>
          </p:cNvPr>
          <p:cNvSpPr/>
          <p:nvPr/>
        </p:nvSpPr>
        <p:spPr>
          <a:xfrm>
            <a:off x="1784726" y="4412215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776BE6A-3932-4709-A8BF-ED472799BE26}"/>
              </a:ext>
            </a:extLst>
          </p:cNvPr>
          <p:cNvSpPr/>
          <p:nvPr/>
        </p:nvSpPr>
        <p:spPr>
          <a:xfrm>
            <a:off x="1639348" y="3653724"/>
            <a:ext cx="84277" cy="8427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8299AF9-FE1B-44B4-8B70-57131D38FCEF}"/>
              </a:ext>
            </a:extLst>
          </p:cNvPr>
          <p:cNvSpPr/>
          <p:nvPr/>
        </p:nvSpPr>
        <p:spPr>
          <a:xfrm>
            <a:off x="1791748" y="3806124"/>
            <a:ext cx="84277" cy="8427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7DA715D4-CE8B-46E5-9DFE-53059EE55A9B}"/>
              </a:ext>
            </a:extLst>
          </p:cNvPr>
          <p:cNvSpPr/>
          <p:nvPr/>
        </p:nvSpPr>
        <p:spPr>
          <a:xfrm>
            <a:off x="1851445" y="3672334"/>
            <a:ext cx="84277" cy="8427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517205A-DE54-429D-8FFF-458A762F981E}"/>
              </a:ext>
            </a:extLst>
          </p:cNvPr>
          <p:cNvCxnSpPr/>
          <p:nvPr/>
        </p:nvCxnSpPr>
        <p:spPr>
          <a:xfrm>
            <a:off x="2402752" y="3960282"/>
            <a:ext cx="11630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EDC5D60-FA94-46B2-AA02-FC753BDB20B8}"/>
              </a:ext>
            </a:extLst>
          </p:cNvPr>
          <p:cNvSpPr txBox="1"/>
          <p:nvPr/>
        </p:nvSpPr>
        <p:spPr>
          <a:xfrm>
            <a:off x="2246123" y="3544142"/>
            <a:ext cx="15394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Positive &amp; Negative Pair Training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EA7AEE3-50D8-44E5-80F6-BD8F19050F87}"/>
              </a:ext>
            </a:extLst>
          </p:cNvPr>
          <p:cNvSpPr/>
          <p:nvPr/>
        </p:nvSpPr>
        <p:spPr>
          <a:xfrm>
            <a:off x="3762770" y="4096245"/>
            <a:ext cx="261609" cy="26160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F867A0-70A3-4990-8BF8-9E8494A7E005}"/>
              </a:ext>
            </a:extLst>
          </p:cNvPr>
          <p:cNvSpPr txBox="1"/>
          <p:nvPr/>
        </p:nvSpPr>
        <p:spPr>
          <a:xfrm>
            <a:off x="738291" y="4648367"/>
            <a:ext cx="15394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i="1"/>
              <a:t>Input space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1E5E3EE-F471-4539-97BE-3168CA2B4B7B}"/>
              </a:ext>
            </a:extLst>
          </p:cNvPr>
          <p:cNvSpPr txBox="1"/>
          <p:nvPr/>
        </p:nvSpPr>
        <p:spPr>
          <a:xfrm>
            <a:off x="3452697" y="4648367"/>
            <a:ext cx="15394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i="1"/>
              <a:t>embedding space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276AC9-6799-44F5-9697-B19738CDF2BE}"/>
              </a:ext>
            </a:extLst>
          </p:cNvPr>
          <p:cNvSpPr txBox="1"/>
          <p:nvPr/>
        </p:nvSpPr>
        <p:spPr>
          <a:xfrm>
            <a:off x="2168182" y="5022698"/>
            <a:ext cx="1539449" cy="2616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Dimensional Collapse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9FE32468-51C2-4728-8E3A-B1E7F4A11B26}"/>
              </a:ext>
            </a:extLst>
          </p:cNvPr>
          <p:cNvSpPr/>
          <p:nvPr/>
        </p:nvSpPr>
        <p:spPr>
          <a:xfrm>
            <a:off x="4398461" y="4093360"/>
            <a:ext cx="261609" cy="26160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04B12B3-622C-4C96-B917-703755E0F967}"/>
              </a:ext>
            </a:extLst>
          </p:cNvPr>
          <p:cNvSpPr/>
          <p:nvPr/>
        </p:nvSpPr>
        <p:spPr>
          <a:xfrm>
            <a:off x="4080615" y="4093359"/>
            <a:ext cx="261609" cy="26160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67D679C-7130-463A-8464-88EB2EA308AE}"/>
              </a:ext>
            </a:extLst>
          </p:cNvPr>
          <p:cNvSpPr txBox="1"/>
          <p:nvPr/>
        </p:nvSpPr>
        <p:spPr>
          <a:xfrm>
            <a:off x="4925961" y="4265542"/>
            <a:ext cx="126361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i="1"/>
              <a:t>Some dimensions are zero (useless)</a:t>
            </a:r>
          </a:p>
          <a:p>
            <a:pPr algn="ctr"/>
            <a:r>
              <a:rPr lang="en-US" sz="1100" i="1"/>
              <a:t>[ 1 0 0] – cat</a:t>
            </a:r>
          </a:p>
          <a:p>
            <a:pPr algn="ctr"/>
            <a:r>
              <a:rPr lang="en-US" sz="1100" i="1"/>
              <a:t>[2 0 0 ] – dog</a:t>
            </a:r>
          </a:p>
          <a:p>
            <a:pPr algn="ctr"/>
            <a:r>
              <a:rPr lang="en-US" sz="1100" i="1"/>
              <a:t>[3 0 0 ] - horse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6BA4AA7-5688-4108-8E05-348926211F68}"/>
              </a:ext>
            </a:extLst>
          </p:cNvPr>
          <p:cNvCxnSpPr>
            <a:cxnSpLocks/>
            <a:stCxn id="45" idx="1"/>
          </p:cNvCxnSpPr>
          <p:nvPr/>
        </p:nvCxnSpPr>
        <p:spPr>
          <a:xfrm flipH="1" flipV="1">
            <a:off x="4716307" y="4412217"/>
            <a:ext cx="209654" cy="322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3C0DDE98-376E-4C39-9DA1-32E6E43E5546}"/>
              </a:ext>
            </a:extLst>
          </p:cNvPr>
          <p:cNvSpPr/>
          <p:nvPr/>
        </p:nvSpPr>
        <p:spPr>
          <a:xfrm>
            <a:off x="6292644" y="923865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B1EA905-6537-4E15-8E29-2A4C4C427839}"/>
              </a:ext>
            </a:extLst>
          </p:cNvPr>
          <p:cNvSpPr/>
          <p:nvPr/>
        </p:nvSpPr>
        <p:spPr>
          <a:xfrm>
            <a:off x="6513167" y="810091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0D4C93F0-84C9-45D9-A8ED-B2C32A2F4C82}"/>
              </a:ext>
            </a:extLst>
          </p:cNvPr>
          <p:cNvSpPr/>
          <p:nvPr/>
        </p:nvSpPr>
        <p:spPr>
          <a:xfrm>
            <a:off x="6376921" y="1125075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016F129-C218-49F0-9332-005DEEC3D3AC}"/>
              </a:ext>
            </a:extLst>
          </p:cNvPr>
          <p:cNvSpPr/>
          <p:nvPr/>
        </p:nvSpPr>
        <p:spPr>
          <a:xfrm>
            <a:off x="6473135" y="980751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EBCF242-A735-429B-AFCA-522C3EF5D8DB}"/>
              </a:ext>
            </a:extLst>
          </p:cNvPr>
          <p:cNvSpPr/>
          <p:nvPr/>
        </p:nvSpPr>
        <p:spPr>
          <a:xfrm>
            <a:off x="6792684" y="1368424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A7F4FC-CAC5-4529-9F62-251B7397BBAE}"/>
              </a:ext>
            </a:extLst>
          </p:cNvPr>
          <p:cNvSpPr/>
          <p:nvPr/>
        </p:nvSpPr>
        <p:spPr>
          <a:xfrm>
            <a:off x="6912077" y="1375798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5456E88-C9FD-4C01-832E-6C6FDC8A83C1}"/>
              </a:ext>
            </a:extLst>
          </p:cNvPr>
          <p:cNvSpPr/>
          <p:nvPr/>
        </p:nvSpPr>
        <p:spPr>
          <a:xfrm>
            <a:off x="6750546" y="923865"/>
            <a:ext cx="84277" cy="8427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5EC251C-0449-41E2-864F-CEC042FD918B}"/>
              </a:ext>
            </a:extLst>
          </p:cNvPr>
          <p:cNvSpPr/>
          <p:nvPr/>
        </p:nvSpPr>
        <p:spPr>
          <a:xfrm>
            <a:off x="6924016" y="1220941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1151C20-F61B-4354-9CC1-73C3B9FFFA61}"/>
              </a:ext>
            </a:extLst>
          </p:cNvPr>
          <p:cNvSpPr/>
          <p:nvPr/>
        </p:nvSpPr>
        <p:spPr>
          <a:xfrm>
            <a:off x="7051836" y="1284147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EF449720-F548-4404-BD82-6405E6D81571}"/>
              </a:ext>
            </a:extLst>
          </p:cNvPr>
          <p:cNvSpPr/>
          <p:nvPr/>
        </p:nvSpPr>
        <p:spPr>
          <a:xfrm>
            <a:off x="7069394" y="1460075"/>
            <a:ext cx="84277" cy="842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3FBAB14-D4FD-48DF-9695-F8703D05E2F2}"/>
              </a:ext>
            </a:extLst>
          </p:cNvPr>
          <p:cNvSpPr/>
          <p:nvPr/>
        </p:nvSpPr>
        <p:spPr>
          <a:xfrm>
            <a:off x="6924016" y="701584"/>
            <a:ext cx="84277" cy="8427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62F7790B-18E1-4A5F-97E5-4F260CBB9BB6}"/>
              </a:ext>
            </a:extLst>
          </p:cNvPr>
          <p:cNvSpPr/>
          <p:nvPr/>
        </p:nvSpPr>
        <p:spPr>
          <a:xfrm>
            <a:off x="7076416" y="853984"/>
            <a:ext cx="84277" cy="8427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E1EE9E0-3E80-41DE-96F3-ADFE68FB3BF7}"/>
              </a:ext>
            </a:extLst>
          </p:cNvPr>
          <p:cNvSpPr/>
          <p:nvPr/>
        </p:nvSpPr>
        <p:spPr>
          <a:xfrm>
            <a:off x="7136113" y="720194"/>
            <a:ext cx="84277" cy="8427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69D259A-DA79-4F2E-A7AA-4422383A0CC6}"/>
              </a:ext>
            </a:extLst>
          </p:cNvPr>
          <p:cNvCxnSpPr/>
          <p:nvPr/>
        </p:nvCxnSpPr>
        <p:spPr>
          <a:xfrm>
            <a:off x="7687420" y="1008142"/>
            <a:ext cx="11630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CACBCB03-CD32-41B9-ADA4-444ED9D05129}"/>
              </a:ext>
            </a:extLst>
          </p:cNvPr>
          <p:cNvSpPr txBox="1"/>
          <p:nvPr/>
        </p:nvSpPr>
        <p:spPr>
          <a:xfrm>
            <a:off x="7530791" y="592002"/>
            <a:ext cx="15394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AE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37151C3-16BF-4B06-86A5-D09E688AF00B}"/>
              </a:ext>
            </a:extLst>
          </p:cNvPr>
          <p:cNvSpPr/>
          <p:nvPr/>
        </p:nvSpPr>
        <p:spPr>
          <a:xfrm>
            <a:off x="9178729" y="735284"/>
            <a:ext cx="261609" cy="26160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8ABAAC-2F9A-4674-A101-299B618C6586}"/>
              </a:ext>
            </a:extLst>
          </p:cNvPr>
          <p:cNvSpPr txBox="1"/>
          <p:nvPr/>
        </p:nvSpPr>
        <p:spPr>
          <a:xfrm>
            <a:off x="6022959" y="1696227"/>
            <a:ext cx="15394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i="1"/>
              <a:t>Input space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67750BF-EFC1-47BB-9A12-1AB5426DB291}"/>
              </a:ext>
            </a:extLst>
          </p:cNvPr>
          <p:cNvSpPr txBox="1"/>
          <p:nvPr/>
        </p:nvSpPr>
        <p:spPr>
          <a:xfrm>
            <a:off x="8737365" y="1696227"/>
            <a:ext cx="15394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i="1"/>
              <a:t>embedding space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C04CED0-9C01-4FBA-B66C-340E8CE03D5D}"/>
              </a:ext>
            </a:extLst>
          </p:cNvPr>
          <p:cNvSpPr txBox="1"/>
          <p:nvPr/>
        </p:nvSpPr>
        <p:spPr>
          <a:xfrm>
            <a:off x="7452850" y="2070558"/>
            <a:ext cx="1539449" cy="2616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Mode Collapse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5B724E7C-029D-4EEB-AAD8-FEE0E7370C0F}"/>
              </a:ext>
            </a:extLst>
          </p:cNvPr>
          <p:cNvSpPr/>
          <p:nvPr/>
        </p:nvSpPr>
        <p:spPr>
          <a:xfrm>
            <a:off x="9872782" y="835198"/>
            <a:ext cx="261609" cy="26160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61DC8CA-5EEA-4137-83D6-9676FC806711}"/>
              </a:ext>
            </a:extLst>
          </p:cNvPr>
          <p:cNvSpPr/>
          <p:nvPr/>
        </p:nvSpPr>
        <p:spPr>
          <a:xfrm>
            <a:off x="9309533" y="1410016"/>
            <a:ext cx="261609" cy="26160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11AD577-4F3D-45ED-AEF6-0BDB0A0CFEBB}"/>
              </a:ext>
            </a:extLst>
          </p:cNvPr>
          <p:cNvSpPr txBox="1"/>
          <p:nvPr/>
        </p:nvSpPr>
        <p:spPr>
          <a:xfrm>
            <a:off x="10210629" y="1313402"/>
            <a:ext cx="126361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i="1"/>
              <a:t>Empty space in the embedding space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851586E-3C84-4B9B-B186-531F06D67803}"/>
              </a:ext>
            </a:extLst>
          </p:cNvPr>
          <p:cNvCxnSpPr>
            <a:stCxn id="69" idx="1"/>
          </p:cNvCxnSpPr>
          <p:nvPr/>
        </p:nvCxnSpPr>
        <p:spPr>
          <a:xfrm flipH="1" flipV="1">
            <a:off x="9713398" y="1220941"/>
            <a:ext cx="497231" cy="307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4556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63</Words>
  <Application>Microsoft Office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Representation Learning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Representation Learning</dc:title>
  <dc:creator>Golam Md Muktadir</dc:creator>
  <cp:lastModifiedBy>Golam Md Muktadir</cp:lastModifiedBy>
  <cp:revision>4</cp:revision>
  <dcterms:created xsi:type="dcterms:W3CDTF">2024-07-07T18:31:55Z</dcterms:created>
  <dcterms:modified xsi:type="dcterms:W3CDTF">2024-07-07T18:54:42Z</dcterms:modified>
</cp:coreProperties>
</file>